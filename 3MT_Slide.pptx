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3749040" cy="1298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7472" y="256032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Gen-Z Social Media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Mental Health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" y="987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Dr. Pierce  ·  Spring 2025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1645920"/>
            <a:ext cx="868680" cy="25603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032" y="19568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spends an average of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hrs/day</a:t>
            </a:r>
            <a:pPr indent="0" marL="0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social media. Does this affect their </a:t>
            </a:r>
            <a:pPr indent="0" marL="0">
              <a:buNone/>
            </a:pPr>
            <a:r>
              <a:rPr lang="en-US" sz="1100" b="1" dirty="0">
                <a:solidFill>
                  <a:srgbClr val="2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wellbeing?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596896"/>
            <a:ext cx="685800" cy="25603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5968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2907792"/>
            <a:ext cx="1143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" y="3218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17904" y="2907792"/>
            <a:ext cx="1143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17904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7904" y="3218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79776" y="2907792"/>
            <a:ext cx="1143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79776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79776" y="3218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648456"/>
            <a:ext cx="841248" cy="256032"/>
          </a:xfrm>
          <a:prstGeom prst="rect">
            <a:avLst/>
          </a:prstGeom>
          <a:solidFill>
            <a:srgbClr val="F76A8C"/>
          </a:solidFill>
          <a:ln w="12700">
            <a:solidFill>
              <a:srgbClr val="F76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648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3959352"/>
            <a:ext cx="37490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76A8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98678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−0.774</a:t>
            </a:r>
            <a:pPr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 &lt; 0.001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4352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 = lower mental health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82880"/>
            <a:ext cx="0" cy="475488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011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Hours vs. Mental Health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4937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participant  ·  Dashed line = regression trend</a:t>
            </a:r>
            <a:endParaRPr lang="en-US" sz="8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749808"/>
            <a:ext cx="4590288" cy="29260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343400" y="3730752"/>
            <a:ext cx="36576" cy="292608"/>
          </a:xfrm>
          <a:prstGeom prst="rect">
            <a:avLst/>
          </a:prstGeom>
          <a:solidFill>
            <a:srgbClr val="F76A8C"/>
          </a:solidFill>
          <a:ln w="12700">
            <a:solidFill>
              <a:srgbClr val="F76A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373075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More usage → lower wellbeing (strong effect, r = −0.77)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343400" y="4096512"/>
            <a:ext cx="36576" cy="292608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34840" y="409651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Nighttime use alone didn't predict mental health (p = 0.96)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43400" y="4462272"/>
            <a:ext cx="36576" cy="292608"/>
          </a:xfrm>
          <a:prstGeom prst="rect">
            <a:avLst/>
          </a:prstGeom>
          <a:solidFill>
            <a:srgbClr val="2DE2C8"/>
          </a:solidFill>
          <a:ln w="12700">
            <a:solidFill>
              <a:srgbClr val="2DE2C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34840" y="446227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Platform choice showed no significant MH differences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8600" y="4919472"/>
            <a:ext cx="86868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(AI-generated) · Methods: Pearson r, t-test, ANOVA · Tools: Python · pandas · seaborn · scipy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Gen-Z Social Media &amp; Mental Health — 3MT</dc:title>
  <dc:subject>PptxGenJS Presentation</dc:subject>
  <dc:creator>[Your Name]</dc:creator>
  <cp:lastModifiedBy>[Your Name]</cp:lastModifiedBy>
  <cp:revision>1</cp:revision>
  <dcterms:created xsi:type="dcterms:W3CDTF">2026-05-01T01:44:54Z</dcterms:created>
  <dcterms:modified xsi:type="dcterms:W3CDTF">2026-05-01T01:44:54Z</dcterms:modified>
</cp:coreProperties>
</file>